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embeddedFontLst>
    <p:embeddedFont>
      <p:font typeface="Lato"/>
      <p:regular r:id="rId24"/>
      <p:bold r:id="rId25"/>
      <p:italic r:id="rId26"/>
      <p:boldItalic r:id="rId27"/>
    </p:embeddedFont>
    <p:embeddedFont>
      <p:font typeface="Lato Light"/>
      <p:regular r:id="rId28"/>
      <p:bold r:id="rId29"/>
      <p:italic r:id="rId30"/>
      <p:boldItalic r:id="rId31"/>
    </p:embeddedFont>
    <p:embeddedFont>
      <p:font typeface="Lato Black"/>
      <p:bold r:id="rId32"/>
      <p:boldItalic r:id="rId33"/>
    </p:embeddedFont>
    <p:embeddedFont>
      <p:font typeface="Gill Sans"/>
      <p:regular r:id="rId34"/>
      <p:bold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6" roundtripDataSignature="AMtx7mg1Q8wFzAkCwXjq3h0hsNdYiJnn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Lato-regular.fntdata"/><Relationship Id="rId23" Type="http://schemas.openxmlformats.org/officeDocument/2006/relationships/slide" Target="slides/slide18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8" Type="http://schemas.openxmlformats.org/officeDocument/2006/relationships/font" Target="fonts/LatoLight-regular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Ligh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Light-boldItalic.fntdata"/><Relationship Id="rId30" Type="http://schemas.openxmlformats.org/officeDocument/2006/relationships/font" Target="fonts/LatoLight-italic.fntdata"/><Relationship Id="rId11" Type="http://schemas.openxmlformats.org/officeDocument/2006/relationships/slide" Target="slides/slide6.xml"/><Relationship Id="rId33" Type="http://schemas.openxmlformats.org/officeDocument/2006/relationships/font" Target="fonts/LatoBlack-boldItalic.fntdata"/><Relationship Id="rId10" Type="http://schemas.openxmlformats.org/officeDocument/2006/relationships/slide" Target="slides/slide5.xml"/><Relationship Id="rId32" Type="http://schemas.openxmlformats.org/officeDocument/2006/relationships/font" Target="fonts/LatoBlack-bold.fntdata"/><Relationship Id="rId13" Type="http://schemas.openxmlformats.org/officeDocument/2006/relationships/slide" Target="slides/slide8.xml"/><Relationship Id="rId35" Type="http://schemas.openxmlformats.org/officeDocument/2006/relationships/font" Target="fonts/GillSans-bold.fntdata"/><Relationship Id="rId12" Type="http://schemas.openxmlformats.org/officeDocument/2006/relationships/slide" Target="slides/slide7.xml"/><Relationship Id="rId34" Type="http://schemas.openxmlformats.org/officeDocument/2006/relationships/font" Target="fonts/GillSans-regular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 Light"/>
              <a:buNone/>
            </a:pPr>
            <a:r>
              <a:t/>
            </a:r>
            <a:endParaRPr/>
          </a:p>
        </p:txBody>
      </p:sp>
      <p:sp>
        <p:nvSpPr>
          <p:cNvPr id="143" name="Google Shape;14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768c10acc_0_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f768c10acc_0_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768c10acc_0_1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f768c10acc_0_1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768c10acc_0_1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f768c10acc_0_1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768c10acc_0_1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f768c10acc_0_1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768c10acc_0_1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f768c10acc_0_1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3"/>
          <p:cNvSpPr txBox="1"/>
          <p:nvPr>
            <p:ph idx="1" type="body"/>
          </p:nvPr>
        </p:nvSpPr>
        <p:spPr>
          <a:xfrm>
            <a:off x="2437929" y="5527544"/>
            <a:ext cx="51678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ACFD9"/>
              </a:buClr>
              <a:buSzPts val="1400"/>
              <a:buNone/>
              <a:defRPr b="1" sz="1400">
                <a:solidFill>
                  <a:srgbClr val="CACFD9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2" type="body"/>
          </p:nvPr>
        </p:nvSpPr>
        <p:spPr>
          <a:xfrm>
            <a:off x="2437929" y="5158993"/>
            <a:ext cx="5167854" cy="3522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ACFD9"/>
              </a:buClr>
              <a:buSzPts val="2000"/>
              <a:buNone/>
              <a:defRPr b="1" sz="2000">
                <a:solidFill>
                  <a:srgbClr val="CACFD9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3" type="subTitle"/>
          </p:nvPr>
        </p:nvSpPr>
        <p:spPr>
          <a:xfrm>
            <a:off x="357154" y="1698141"/>
            <a:ext cx="7303997" cy="285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1D8"/>
              </a:buClr>
              <a:buSzPts val="1200"/>
              <a:buNone/>
              <a:defRPr sz="1200">
                <a:solidFill>
                  <a:srgbClr val="F8F1D8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23"/>
          <p:cNvSpPr txBox="1"/>
          <p:nvPr>
            <p:ph type="ctrTitle"/>
          </p:nvPr>
        </p:nvSpPr>
        <p:spPr>
          <a:xfrm>
            <a:off x="357154" y="2502917"/>
            <a:ext cx="7303997" cy="1924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ato Black"/>
              <a:buNone/>
              <a:defRPr b="1" sz="60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/>
          <p:nvPr/>
        </p:nvSpPr>
        <p:spPr>
          <a:xfrm>
            <a:off x="357155" y="4887468"/>
            <a:ext cx="849871" cy="8535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3"/>
          <p:cNvSpPr/>
          <p:nvPr/>
        </p:nvSpPr>
        <p:spPr>
          <a:xfrm>
            <a:off x="2542104" y="6039598"/>
            <a:ext cx="342900" cy="223837"/>
          </a:xfrm>
          <a:custGeom>
            <a:rect b="b" l="l" r="r" t="t"/>
            <a:pathLst>
              <a:path extrusionOk="0" h="21600" w="21600">
                <a:moveTo>
                  <a:pt x="11610" y="13990"/>
                </a:moveTo>
                <a:cubicBezTo>
                  <a:pt x="11373" y="14259"/>
                  <a:pt x="11093" y="14400"/>
                  <a:pt x="10800" y="14400"/>
                </a:cubicBezTo>
                <a:cubicBezTo>
                  <a:pt x="10505" y="14400"/>
                  <a:pt x="10225" y="14259"/>
                  <a:pt x="9990" y="13990"/>
                </a:cubicBezTo>
                <a:lnTo>
                  <a:pt x="7198" y="10800"/>
                </a:lnTo>
                <a:lnTo>
                  <a:pt x="6636" y="10157"/>
                </a:lnTo>
                <a:lnTo>
                  <a:pt x="1349" y="4115"/>
                </a:lnTo>
                <a:lnTo>
                  <a:pt x="1349" y="4114"/>
                </a:lnTo>
                <a:cubicBezTo>
                  <a:pt x="1349" y="2980"/>
                  <a:pt x="1955" y="2057"/>
                  <a:pt x="2699" y="2057"/>
                </a:cubicBezTo>
                <a:lnTo>
                  <a:pt x="18899" y="2057"/>
                </a:lnTo>
                <a:cubicBezTo>
                  <a:pt x="19643" y="2057"/>
                  <a:pt x="20249" y="2980"/>
                  <a:pt x="20249" y="4114"/>
                </a:cubicBezTo>
                <a:cubicBezTo>
                  <a:pt x="20249" y="4114"/>
                  <a:pt x="11610" y="13990"/>
                  <a:pt x="11610" y="13990"/>
                </a:cubicBezTo>
                <a:close/>
                <a:moveTo>
                  <a:pt x="20249" y="16198"/>
                </a:moveTo>
                <a:lnTo>
                  <a:pt x="15525" y="10800"/>
                </a:lnTo>
                <a:lnTo>
                  <a:pt x="20249" y="5399"/>
                </a:lnTo>
                <a:cubicBezTo>
                  <a:pt x="20249" y="5399"/>
                  <a:pt x="20249" y="16198"/>
                  <a:pt x="20249" y="16198"/>
                </a:cubicBezTo>
                <a:close/>
                <a:moveTo>
                  <a:pt x="20249" y="17484"/>
                </a:moveTo>
                <a:cubicBezTo>
                  <a:pt x="20249" y="18620"/>
                  <a:pt x="19643" y="19541"/>
                  <a:pt x="18899" y="19541"/>
                </a:cubicBezTo>
                <a:lnTo>
                  <a:pt x="2699" y="19541"/>
                </a:lnTo>
                <a:cubicBezTo>
                  <a:pt x="1955" y="19541"/>
                  <a:pt x="1349" y="18620"/>
                  <a:pt x="1349" y="17484"/>
                </a:cubicBezTo>
                <a:lnTo>
                  <a:pt x="6636" y="11442"/>
                </a:lnTo>
                <a:lnTo>
                  <a:pt x="9585" y="14813"/>
                </a:lnTo>
                <a:cubicBezTo>
                  <a:pt x="9945" y="15222"/>
                  <a:pt x="10372" y="15429"/>
                  <a:pt x="10800" y="15429"/>
                </a:cubicBezTo>
                <a:cubicBezTo>
                  <a:pt x="11228" y="15429"/>
                  <a:pt x="11654" y="15222"/>
                  <a:pt x="12015" y="14813"/>
                </a:cubicBezTo>
                <a:lnTo>
                  <a:pt x="14963" y="11442"/>
                </a:lnTo>
                <a:cubicBezTo>
                  <a:pt x="14963" y="11442"/>
                  <a:pt x="20249" y="17484"/>
                  <a:pt x="20249" y="17484"/>
                </a:cubicBezTo>
                <a:close/>
                <a:moveTo>
                  <a:pt x="1349" y="5399"/>
                </a:moveTo>
                <a:lnTo>
                  <a:pt x="6074" y="10800"/>
                </a:lnTo>
                <a:lnTo>
                  <a:pt x="1349" y="16198"/>
                </a:lnTo>
                <a:cubicBezTo>
                  <a:pt x="1349" y="16198"/>
                  <a:pt x="1349" y="5399"/>
                  <a:pt x="1349" y="5399"/>
                </a:cubicBezTo>
                <a:close/>
                <a:moveTo>
                  <a:pt x="18899" y="0"/>
                </a:moveTo>
                <a:lnTo>
                  <a:pt x="2699" y="0"/>
                </a:lnTo>
                <a:cubicBezTo>
                  <a:pt x="1208" y="0"/>
                  <a:pt x="0" y="1842"/>
                  <a:pt x="0" y="4114"/>
                </a:cubicBezTo>
                <a:lnTo>
                  <a:pt x="0" y="17484"/>
                </a:lnTo>
                <a:cubicBezTo>
                  <a:pt x="0" y="19756"/>
                  <a:pt x="1208" y="21600"/>
                  <a:pt x="2699" y="21600"/>
                </a:cubicBezTo>
                <a:lnTo>
                  <a:pt x="18899" y="21600"/>
                </a:lnTo>
                <a:cubicBezTo>
                  <a:pt x="20391" y="21600"/>
                  <a:pt x="21600" y="19756"/>
                  <a:pt x="21600" y="17484"/>
                </a:cubicBezTo>
                <a:lnTo>
                  <a:pt x="21600" y="4114"/>
                </a:lnTo>
                <a:cubicBezTo>
                  <a:pt x="21600" y="1842"/>
                  <a:pt x="20391" y="0"/>
                  <a:pt x="18899" y="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9025" lIns="19025" spcFirstLastPara="1" rIns="19025" wrap="square" tIns="19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CACFD9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" name="Google Shape;25;p23"/>
          <p:cNvSpPr txBox="1"/>
          <p:nvPr>
            <p:ph idx="4" type="body"/>
          </p:nvPr>
        </p:nvSpPr>
        <p:spPr>
          <a:xfrm>
            <a:off x="2885004" y="6019599"/>
            <a:ext cx="206140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CFD9"/>
              </a:buClr>
              <a:buSzPts val="1400"/>
              <a:buNone/>
              <a:defRPr sz="1400">
                <a:solidFill>
                  <a:srgbClr val="CACFD9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23"/>
          <p:cNvSpPr/>
          <p:nvPr>
            <p:ph idx="5" type="pic"/>
          </p:nvPr>
        </p:nvSpPr>
        <p:spPr>
          <a:xfrm>
            <a:off x="804740" y="4937916"/>
            <a:ext cx="1514474" cy="1540800"/>
          </a:xfrm>
          <a:prstGeom prst="ellipse">
            <a:avLst/>
          </a:prstGeom>
          <a:solidFill>
            <a:srgbClr val="D6DCE5"/>
          </a:solidFill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мная полоса справа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7"/>
          <p:cNvSpPr/>
          <p:nvPr/>
        </p:nvSpPr>
        <p:spPr>
          <a:xfrm>
            <a:off x="0" y="0"/>
            <a:ext cx="9403080" cy="686611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9" name="Google Shape;29;p27"/>
          <p:cNvSpPr txBox="1"/>
          <p:nvPr>
            <p:ph type="title"/>
          </p:nvPr>
        </p:nvSpPr>
        <p:spPr>
          <a:xfrm>
            <a:off x="425734" y="331259"/>
            <a:ext cx="8515066" cy="477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 Black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7"/>
          <p:cNvSpPr txBox="1"/>
          <p:nvPr>
            <p:ph idx="1" type="body"/>
          </p:nvPr>
        </p:nvSpPr>
        <p:spPr>
          <a:xfrm>
            <a:off x="425735" y="1137003"/>
            <a:ext cx="8515066" cy="50358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302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7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>
  <p:cSld name="Титульный слайд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8"/>
          <p:cNvSpPr txBox="1"/>
          <p:nvPr>
            <p:ph idx="1" type="body"/>
          </p:nvPr>
        </p:nvSpPr>
        <p:spPr>
          <a:xfrm>
            <a:off x="2437929" y="5527544"/>
            <a:ext cx="51678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ACFD9"/>
              </a:buClr>
              <a:buSzPts val="1400"/>
              <a:buNone/>
              <a:defRPr b="1" sz="1400">
                <a:solidFill>
                  <a:srgbClr val="CACFD9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38"/>
          <p:cNvSpPr txBox="1"/>
          <p:nvPr>
            <p:ph idx="2" type="body"/>
          </p:nvPr>
        </p:nvSpPr>
        <p:spPr>
          <a:xfrm>
            <a:off x="2437929" y="5158993"/>
            <a:ext cx="5167854" cy="3522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ACFD9"/>
              </a:buClr>
              <a:buSzPts val="2000"/>
              <a:buNone/>
              <a:defRPr b="1" sz="2000">
                <a:solidFill>
                  <a:srgbClr val="CACFD9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38"/>
          <p:cNvSpPr txBox="1"/>
          <p:nvPr>
            <p:ph idx="3" type="subTitle"/>
          </p:nvPr>
        </p:nvSpPr>
        <p:spPr>
          <a:xfrm>
            <a:off x="357154" y="1698141"/>
            <a:ext cx="7303997" cy="285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1D8"/>
              </a:buClr>
              <a:buSzPts val="1200"/>
              <a:buNone/>
              <a:defRPr sz="1200">
                <a:solidFill>
                  <a:srgbClr val="F8F1D8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6" name="Google Shape;36;p38"/>
          <p:cNvSpPr txBox="1"/>
          <p:nvPr>
            <p:ph type="ctrTitle"/>
          </p:nvPr>
        </p:nvSpPr>
        <p:spPr>
          <a:xfrm>
            <a:off x="357154" y="2502917"/>
            <a:ext cx="7303997" cy="1924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Lato Black"/>
              <a:buNone/>
              <a:defRPr b="1" sz="60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8"/>
          <p:cNvSpPr/>
          <p:nvPr/>
        </p:nvSpPr>
        <p:spPr>
          <a:xfrm>
            <a:off x="357155" y="4887468"/>
            <a:ext cx="849871" cy="8535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8"/>
          <p:cNvSpPr/>
          <p:nvPr/>
        </p:nvSpPr>
        <p:spPr>
          <a:xfrm>
            <a:off x="2542104" y="6039598"/>
            <a:ext cx="342900" cy="223837"/>
          </a:xfrm>
          <a:custGeom>
            <a:rect b="b" l="l" r="r" t="t"/>
            <a:pathLst>
              <a:path extrusionOk="0" h="21600" w="21600">
                <a:moveTo>
                  <a:pt x="11610" y="13990"/>
                </a:moveTo>
                <a:cubicBezTo>
                  <a:pt x="11373" y="14259"/>
                  <a:pt x="11093" y="14400"/>
                  <a:pt x="10800" y="14400"/>
                </a:cubicBezTo>
                <a:cubicBezTo>
                  <a:pt x="10505" y="14400"/>
                  <a:pt x="10225" y="14259"/>
                  <a:pt x="9990" y="13990"/>
                </a:cubicBezTo>
                <a:lnTo>
                  <a:pt x="7198" y="10800"/>
                </a:lnTo>
                <a:lnTo>
                  <a:pt x="6636" y="10157"/>
                </a:lnTo>
                <a:lnTo>
                  <a:pt x="1349" y="4115"/>
                </a:lnTo>
                <a:lnTo>
                  <a:pt x="1349" y="4114"/>
                </a:lnTo>
                <a:cubicBezTo>
                  <a:pt x="1349" y="2980"/>
                  <a:pt x="1955" y="2057"/>
                  <a:pt x="2699" y="2057"/>
                </a:cubicBezTo>
                <a:lnTo>
                  <a:pt x="18899" y="2057"/>
                </a:lnTo>
                <a:cubicBezTo>
                  <a:pt x="19643" y="2057"/>
                  <a:pt x="20249" y="2980"/>
                  <a:pt x="20249" y="4114"/>
                </a:cubicBezTo>
                <a:cubicBezTo>
                  <a:pt x="20249" y="4114"/>
                  <a:pt x="11610" y="13990"/>
                  <a:pt x="11610" y="13990"/>
                </a:cubicBezTo>
                <a:close/>
                <a:moveTo>
                  <a:pt x="20249" y="16198"/>
                </a:moveTo>
                <a:lnTo>
                  <a:pt x="15525" y="10800"/>
                </a:lnTo>
                <a:lnTo>
                  <a:pt x="20249" y="5399"/>
                </a:lnTo>
                <a:cubicBezTo>
                  <a:pt x="20249" y="5399"/>
                  <a:pt x="20249" y="16198"/>
                  <a:pt x="20249" y="16198"/>
                </a:cubicBezTo>
                <a:close/>
                <a:moveTo>
                  <a:pt x="20249" y="17484"/>
                </a:moveTo>
                <a:cubicBezTo>
                  <a:pt x="20249" y="18620"/>
                  <a:pt x="19643" y="19541"/>
                  <a:pt x="18899" y="19541"/>
                </a:cubicBezTo>
                <a:lnTo>
                  <a:pt x="2699" y="19541"/>
                </a:lnTo>
                <a:cubicBezTo>
                  <a:pt x="1955" y="19541"/>
                  <a:pt x="1349" y="18620"/>
                  <a:pt x="1349" y="17484"/>
                </a:cubicBezTo>
                <a:lnTo>
                  <a:pt x="6636" y="11442"/>
                </a:lnTo>
                <a:lnTo>
                  <a:pt x="9585" y="14813"/>
                </a:lnTo>
                <a:cubicBezTo>
                  <a:pt x="9945" y="15222"/>
                  <a:pt x="10372" y="15429"/>
                  <a:pt x="10800" y="15429"/>
                </a:cubicBezTo>
                <a:cubicBezTo>
                  <a:pt x="11228" y="15429"/>
                  <a:pt x="11654" y="15222"/>
                  <a:pt x="12015" y="14813"/>
                </a:cubicBezTo>
                <a:lnTo>
                  <a:pt x="14963" y="11442"/>
                </a:lnTo>
                <a:cubicBezTo>
                  <a:pt x="14963" y="11442"/>
                  <a:pt x="20249" y="17484"/>
                  <a:pt x="20249" y="17484"/>
                </a:cubicBezTo>
                <a:close/>
                <a:moveTo>
                  <a:pt x="1349" y="5399"/>
                </a:moveTo>
                <a:lnTo>
                  <a:pt x="6074" y="10800"/>
                </a:lnTo>
                <a:lnTo>
                  <a:pt x="1349" y="16198"/>
                </a:lnTo>
                <a:cubicBezTo>
                  <a:pt x="1349" y="16198"/>
                  <a:pt x="1349" y="5399"/>
                  <a:pt x="1349" y="5399"/>
                </a:cubicBezTo>
                <a:close/>
                <a:moveTo>
                  <a:pt x="18899" y="0"/>
                </a:moveTo>
                <a:lnTo>
                  <a:pt x="2699" y="0"/>
                </a:lnTo>
                <a:cubicBezTo>
                  <a:pt x="1208" y="0"/>
                  <a:pt x="0" y="1842"/>
                  <a:pt x="0" y="4114"/>
                </a:cubicBezTo>
                <a:lnTo>
                  <a:pt x="0" y="17484"/>
                </a:lnTo>
                <a:cubicBezTo>
                  <a:pt x="0" y="19756"/>
                  <a:pt x="1208" y="21600"/>
                  <a:pt x="2699" y="21600"/>
                </a:cubicBezTo>
                <a:lnTo>
                  <a:pt x="18899" y="21600"/>
                </a:lnTo>
                <a:cubicBezTo>
                  <a:pt x="20391" y="21600"/>
                  <a:pt x="21600" y="19756"/>
                  <a:pt x="21600" y="17484"/>
                </a:cubicBezTo>
                <a:lnTo>
                  <a:pt x="21600" y="4114"/>
                </a:lnTo>
                <a:cubicBezTo>
                  <a:pt x="21600" y="1842"/>
                  <a:pt x="20391" y="0"/>
                  <a:pt x="18899" y="0"/>
                </a:cubicBezTo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19025" lIns="19025" spcFirstLastPara="1" rIns="19025" wrap="square" tIns="19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CACFD9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9" name="Google Shape;39;p38"/>
          <p:cNvSpPr txBox="1"/>
          <p:nvPr>
            <p:ph idx="4" type="body"/>
          </p:nvPr>
        </p:nvSpPr>
        <p:spPr>
          <a:xfrm>
            <a:off x="2885004" y="6019599"/>
            <a:ext cx="206140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CFD9"/>
              </a:buClr>
              <a:buSzPts val="1400"/>
              <a:buNone/>
              <a:defRPr sz="1400">
                <a:solidFill>
                  <a:srgbClr val="CACFD9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8"/>
          <p:cNvSpPr/>
          <p:nvPr>
            <p:ph idx="5" type="pic"/>
          </p:nvPr>
        </p:nvSpPr>
        <p:spPr>
          <a:xfrm>
            <a:off x="804740" y="4937916"/>
            <a:ext cx="1514474" cy="1540800"/>
          </a:xfrm>
          <a:prstGeom prst="ellipse">
            <a:avLst/>
          </a:prstGeom>
          <a:solidFill>
            <a:srgbClr val="D6DCE5"/>
          </a:solidFill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 - розовый">
  <p:cSld name="Заголовок раздела - розовый">
    <p:bg>
      <p:bgPr>
        <a:solidFill>
          <a:srgbClr val="E3006F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9"/>
          <p:cNvSpPr txBox="1"/>
          <p:nvPr>
            <p:ph type="title"/>
          </p:nvPr>
        </p:nvSpPr>
        <p:spPr>
          <a:xfrm>
            <a:off x="803267" y="2446046"/>
            <a:ext cx="525145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 Black"/>
              <a:buNone/>
              <a:defRPr b="1" sz="48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9"/>
          <p:cNvSpPr txBox="1"/>
          <p:nvPr>
            <p:ph idx="1" type="body"/>
          </p:nvPr>
        </p:nvSpPr>
        <p:spPr>
          <a:xfrm>
            <a:off x="803265" y="4106069"/>
            <a:ext cx="529273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9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5" name="Google Shape;45;p39"/>
          <p:cNvSpPr txBox="1"/>
          <p:nvPr>
            <p:ph idx="2" type="body"/>
          </p:nvPr>
        </p:nvSpPr>
        <p:spPr>
          <a:xfrm>
            <a:off x="803265" y="1237802"/>
            <a:ext cx="536516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>
  <p:cSld name="Заголовок и объект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0"/>
          <p:cNvSpPr txBox="1"/>
          <p:nvPr>
            <p:ph type="title"/>
          </p:nvPr>
        </p:nvSpPr>
        <p:spPr>
          <a:xfrm>
            <a:off x="425734" y="331259"/>
            <a:ext cx="8966622" cy="477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0"/>
          <p:cNvSpPr txBox="1"/>
          <p:nvPr>
            <p:ph idx="1" type="body"/>
          </p:nvPr>
        </p:nvSpPr>
        <p:spPr>
          <a:xfrm>
            <a:off x="425734" y="1137003"/>
            <a:ext cx="11355843" cy="50358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40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0" lvl="1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indent="0" lvl="2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indent="0" lvl="3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indent="0" lvl="4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indent="0" lvl="5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indent="0" lvl="6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indent="0" lvl="7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indent="0" lvl="8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текст">
  <p:cSld name="Заголовок и текст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6"/>
          <p:cNvSpPr txBox="1"/>
          <p:nvPr>
            <p:ph idx="1" type="body"/>
          </p:nvPr>
        </p:nvSpPr>
        <p:spPr>
          <a:xfrm>
            <a:off x="425450" y="1136324"/>
            <a:ext cx="11341100" cy="50358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26"/>
          <p:cNvSpPr txBox="1"/>
          <p:nvPr>
            <p:ph type="title"/>
          </p:nvPr>
        </p:nvSpPr>
        <p:spPr>
          <a:xfrm>
            <a:off x="425734" y="331259"/>
            <a:ext cx="8966622" cy="477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0" lvl="1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indent="0" lvl="2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indent="0" lvl="3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indent="0" lvl="4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indent="0" lvl="5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indent="0" lvl="6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indent="0" lvl="7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indent="0" lvl="8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Заголовок раздела">
  <p:cSld name="2 Заголовок раздела">
    <p:bg>
      <p:bgPr>
        <a:solidFill>
          <a:srgbClr val="D6DCE5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8"/>
          <p:cNvSpPr txBox="1"/>
          <p:nvPr>
            <p:ph idx="1" type="body"/>
          </p:nvPr>
        </p:nvSpPr>
        <p:spPr>
          <a:xfrm>
            <a:off x="803265" y="4106069"/>
            <a:ext cx="529273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2" type="body"/>
          </p:nvPr>
        </p:nvSpPr>
        <p:spPr>
          <a:xfrm>
            <a:off x="803265" y="1237802"/>
            <a:ext cx="536516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8" name="Google Shape;68;p28"/>
          <p:cNvSpPr/>
          <p:nvPr/>
        </p:nvSpPr>
        <p:spPr>
          <a:xfrm>
            <a:off x="803269" y="2446046"/>
            <a:ext cx="288000" cy="288000"/>
          </a:xfrm>
          <a:prstGeom prst="rect">
            <a:avLst/>
          </a:prstGeom>
          <a:solidFill>
            <a:srgbClr val="E3006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69" name="Google Shape;69;p28"/>
          <p:cNvSpPr txBox="1"/>
          <p:nvPr>
            <p:ph type="title"/>
          </p:nvPr>
        </p:nvSpPr>
        <p:spPr>
          <a:xfrm>
            <a:off x="803267" y="2446046"/>
            <a:ext cx="525145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ato Black"/>
              <a:buNone/>
              <a:defRPr b="1" sz="4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езюме (фиксированный слайд)">
  <p:cSld name="Резюме (фиксированный слайд)">
    <p:bg>
      <p:bgPr>
        <a:solidFill>
          <a:srgbClr val="D6DCE5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9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72" name="Google Shape;72;p29"/>
          <p:cNvSpPr/>
          <p:nvPr/>
        </p:nvSpPr>
        <p:spPr>
          <a:xfrm>
            <a:off x="803269" y="2446046"/>
            <a:ext cx="288000" cy="288000"/>
          </a:xfrm>
          <a:prstGeom prst="rect">
            <a:avLst/>
          </a:prstGeom>
          <a:solidFill>
            <a:srgbClr val="E3006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73" name="Google Shape;73;p29"/>
          <p:cNvSpPr txBox="1"/>
          <p:nvPr/>
        </p:nvSpPr>
        <p:spPr>
          <a:xfrm>
            <a:off x="803269" y="4033350"/>
            <a:ext cx="516904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Основные выводы</a:t>
            </a:r>
            <a:endParaRPr b="0" i="0" sz="2400" u="none" cap="none" strike="noStrike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74" name="Google Shape;74;p29"/>
          <p:cNvSpPr txBox="1"/>
          <p:nvPr/>
        </p:nvSpPr>
        <p:spPr>
          <a:xfrm>
            <a:off x="803269" y="1237802"/>
            <a:ext cx="463886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0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rPr>
              <a:t>ЗАКЛЮЧЕНИЕ.</a:t>
            </a:r>
            <a:endParaRPr b="0" i="0" sz="1000" u="none" cap="none" strike="noStrike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75" name="Google Shape;75;p29"/>
          <p:cNvSpPr txBox="1"/>
          <p:nvPr/>
        </p:nvSpPr>
        <p:spPr>
          <a:xfrm>
            <a:off x="803269" y="2446046"/>
            <a:ext cx="3220091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4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РЕЗЮМЕ ПО ТЕМЕ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Выводы">
  <p:cSld name="4 Выводы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0"/>
          <p:cNvSpPr txBox="1"/>
          <p:nvPr>
            <p:ph idx="1" type="body"/>
          </p:nvPr>
        </p:nvSpPr>
        <p:spPr>
          <a:xfrm>
            <a:off x="1413017" y="1289313"/>
            <a:ext cx="9578834" cy="8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type="title"/>
          </p:nvPr>
        </p:nvSpPr>
        <p:spPr>
          <a:xfrm>
            <a:off x="425734" y="331259"/>
            <a:ext cx="8966622" cy="477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Free Video Folder 3D Icon - Free Download Files &amp; Folders 3D Icons |  IconScout" id="79" name="Google Shape;79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5734" y="1289312"/>
            <a:ext cx="843200" cy="8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0"/>
          <p:cNvSpPr txBox="1"/>
          <p:nvPr>
            <p:ph idx="2" type="body"/>
          </p:nvPr>
        </p:nvSpPr>
        <p:spPr>
          <a:xfrm>
            <a:off x="1413016" y="2603988"/>
            <a:ext cx="9578835" cy="8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Free Video Folder 3D Icon - Free Download Files &amp; Folders 3D Icons |  IconScout" id="81" name="Google Shape;81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5734" y="2603987"/>
            <a:ext cx="843200" cy="8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0"/>
          <p:cNvSpPr txBox="1"/>
          <p:nvPr>
            <p:ph idx="3" type="body"/>
          </p:nvPr>
        </p:nvSpPr>
        <p:spPr>
          <a:xfrm>
            <a:off x="1413016" y="3918663"/>
            <a:ext cx="9578835" cy="8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Free Video Folder 3D Icon - Free Download Files &amp; Folders 3D Icons |  IconScout" id="83" name="Google Shape;83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5734" y="3918662"/>
            <a:ext cx="843200" cy="8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0"/>
          <p:cNvSpPr txBox="1"/>
          <p:nvPr>
            <p:ph idx="4" type="body"/>
          </p:nvPr>
        </p:nvSpPr>
        <p:spPr>
          <a:xfrm>
            <a:off x="1413016" y="5233338"/>
            <a:ext cx="9578835" cy="8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Free Video Folder 3D Icon - Free Download Files &amp; Folders 3D Icons |  IconScout" id="85" name="Google Shape;85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5734" y="5233337"/>
            <a:ext cx="843200" cy="8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0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0" lvl="1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indent="0" lvl="2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indent="0" lvl="3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indent="0" lvl="4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indent="0" lvl="5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indent="0" lvl="6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indent="0" lvl="7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indent="0" lvl="8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 справа заливка">
  <p:cSld name="Заголовок и объект справа заливка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1"/>
          <p:cNvSpPr txBox="1"/>
          <p:nvPr>
            <p:ph type="title"/>
          </p:nvPr>
        </p:nvSpPr>
        <p:spPr>
          <a:xfrm>
            <a:off x="425734" y="331259"/>
            <a:ext cx="8966622" cy="477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1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0" lvl="1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indent="0" lvl="2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indent="0" lvl="3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indent="0" lvl="4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indent="0" lvl="5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indent="0" lvl="6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indent="0" lvl="7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indent="0" lvl="8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90" name="Google Shape;90;p31"/>
          <p:cNvSpPr/>
          <p:nvPr>
            <p:ph idx="1" type="body"/>
          </p:nvPr>
        </p:nvSpPr>
        <p:spPr>
          <a:xfrm>
            <a:off x="6619874" y="1137003"/>
            <a:ext cx="4981575" cy="4920895"/>
          </a:xfrm>
          <a:prstGeom prst="roundRect">
            <a:avLst>
              <a:gd fmla="val 575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31"/>
          <p:cNvSpPr txBox="1"/>
          <p:nvPr>
            <p:ph idx="2" type="body"/>
          </p:nvPr>
        </p:nvSpPr>
        <p:spPr>
          <a:xfrm>
            <a:off x="425451" y="1136324"/>
            <a:ext cx="5670550" cy="49208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 справа пунктир">
  <p:cSld name="Заголовок и объект справа пунктир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2"/>
          <p:cNvSpPr txBox="1"/>
          <p:nvPr>
            <p:ph type="title"/>
          </p:nvPr>
        </p:nvSpPr>
        <p:spPr>
          <a:xfrm>
            <a:off x="425734" y="331259"/>
            <a:ext cx="8966622" cy="477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2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0" lvl="1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indent="0" lvl="2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indent="0" lvl="3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indent="0" lvl="4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indent="0" lvl="5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indent="0" lvl="6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indent="0" lvl="7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indent="0" lvl="8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95" name="Google Shape;95;p32"/>
          <p:cNvSpPr/>
          <p:nvPr>
            <p:ph idx="1" type="body"/>
          </p:nvPr>
        </p:nvSpPr>
        <p:spPr>
          <a:xfrm>
            <a:off x="6619874" y="1137003"/>
            <a:ext cx="4981575" cy="4920895"/>
          </a:xfrm>
          <a:prstGeom prst="roundRect">
            <a:avLst>
              <a:gd fmla="val 5757" name="adj"/>
            </a:avLst>
          </a:prstGeom>
          <a:noFill/>
          <a:ln cap="flat" cmpd="sng" w="28575">
            <a:solidFill>
              <a:srgbClr val="D8D8D8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32"/>
          <p:cNvSpPr txBox="1"/>
          <p:nvPr>
            <p:ph idx="2" type="body"/>
          </p:nvPr>
        </p:nvSpPr>
        <p:spPr>
          <a:xfrm>
            <a:off x="425451" y="1136324"/>
            <a:ext cx="5670550" cy="49208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3"/>
          <p:cNvSpPr txBox="1"/>
          <p:nvPr>
            <p:ph type="title"/>
          </p:nvPr>
        </p:nvSpPr>
        <p:spPr>
          <a:xfrm>
            <a:off x="425734" y="331259"/>
            <a:ext cx="8966622" cy="477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3"/>
          <p:cNvSpPr/>
          <p:nvPr>
            <p:ph idx="1" type="body"/>
          </p:nvPr>
        </p:nvSpPr>
        <p:spPr>
          <a:xfrm>
            <a:off x="425734" y="1137003"/>
            <a:ext cx="11355843" cy="5035876"/>
          </a:xfrm>
          <a:prstGeom prst="roundRect">
            <a:avLst>
              <a:gd fmla="val 4715" name="adj"/>
            </a:avLst>
          </a:prstGeom>
          <a:solidFill>
            <a:srgbClr val="E6E9EE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33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0" lvl="1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indent="0" lvl="2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indent="0" lvl="3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indent="0" lvl="4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indent="0" lvl="5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indent="0" lvl="6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indent="0" lvl="7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indent="0" lvl="8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Заголовок раздела">
  <p:cSld name="1 Заголовок раздела">
    <p:bg>
      <p:bgPr>
        <a:solidFill>
          <a:srgbClr val="D6DCE5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4"/>
          <p:cNvSpPr txBox="1"/>
          <p:nvPr>
            <p:ph idx="1" type="body"/>
          </p:nvPr>
        </p:nvSpPr>
        <p:spPr>
          <a:xfrm>
            <a:off x="803265" y="3553619"/>
            <a:ext cx="529273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34"/>
          <p:cNvSpPr txBox="1"/>
          <p:nvPr>
            <p:ph idx="2" type="body"/>
          </p:nvPr>
        </p:nvSpPr>
        <p:spPr>
          <a:xfrm>
            <a:off x="803265" y="1237802"/>
            <a:ext cx="536516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4" name="Google Shape;104;p34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05" name="Google Shape;105;p34"/>
          <p:cNvSpPr/>
          <p:nvPr/>
        </p:nvSpPr>
        <p:spPr>
          <a:xfrm>
            <a:off x="803269" y="2446046"/>
            <a:ext cx="288000" cy="288000"/>
          </a:xfrm>
          <a:prstGeom prst="rect">
            <a:avLst/>
          </a:prstGeom>
          <a:solidFill>
            <a:srgbClr val="E3006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06" name="Google Shape;106;p34"/>
          <p:cNvSpPr txBox="1"/>
          <p:nvPr>
            <p:ph type="title"/>
          </p:nvPr>
        </p:nvSpPr>
        <p:spPr>
          <a:xfrm>
            <a:off x="803267" y="2446046"/>
            <a:ext cx="5251450" cy="9829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ato Black"/>
              <a:buNone/>
              <a:defRPr b="1" sz="4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Заголовок раздела">
  <p:cSld name="3 Заголовок раздела">
    <p:bg>
      <p:bgPr>
        <a:solidFill>
          <a:srgbClr val="D6DCE5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5"/>
          <p:cNvSpPr txBox="1"/>
          <p:nvPr>
            <p:ph idx="1" type="body"/>
          </p:nvPr>
        </p:nvSpPr>
        <p:spPr>
          <a:xfrm>
            <a:off x="803265" y="4877594"/>
            <a:ext cx="529273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35"/>
          <p:cNvSpPr txBox="1"/>
          <p:nvPr>
            <p:ph idx="2" type="body"/>
          </p:nvPr>
        </p:nvSpPr>
        <p:spPr>
          <a:xfrm>
            <a:off x="803265" y="1237802"/>
            <a:ext cx="536516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0" name="Google Shape;110;p35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11" name="Google Shape;111;p35"/>
          <p:cNvSpPr/>
          <p:nvPr/>
        </p:nvSpPr>
        <p:spPr>
          <a:xfrm>
            <a:off x="803269" y="2446046"/>
            <a:ext cx="288000" cy="288000"/>
          </a:xfrm>
          <a:prstGeom prst="rect">
            <a:avLst/>
          </a:prstGeom>
          <a:solidFill>
            <a:srgbClr val="E3006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12" name="Google Shape;112;p35"/>
          <p:cNvSpPr txBox="1"/>
          <p:nvPr>
            <p:ph type="title"/>
          </p:nvPr>
        </p:nvSpPr>
        <p:spPr>
          <a:xfrm>
            <a:off x="803267" y="2446045"/>
            <a:ext cx="5251450" cy="2325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ato Black"/>
              <a:buNone/>
              <a:defRPr b="1" sz="4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Выводы">
  <p:cSld name="2 Выводы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6"/>
          <p:cNvSpPr txBox="1"/>
          <p:nvPr>
            <p:ph idx="1" type="body"/>
          </p:nvPr>
        </p:nvSpPr>
        <p:spPr>
          <a:xfrm>
            <a:off x="1413017" y="2022738"/>
            <a:ext cx="9578834" cy="8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36"/>
          <p:cNvSpPr txBox="1"/>
          <p:nvPr>
            <p:ph type="title"/>
          </p:nvPr>
        </p:nvSpPr>
        <p:spPr>
          <a:xfrm>
            <a:off x="425734" y="331259"/>
            <a:ext cx="8966622" cy="477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Free Video Folder 3D Icon - Free Download Files &amp; Folders 3D Icons |  IconScout" id="116" name="Google Shape;116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5734" y="2022737"/>
            <a:ext cx="843200" cy="8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6"/>
          <p:cNvSpPr txBox="1"/>
          <p:nvPr>
            <p:ph idx="2" type="body"/>
          </p:nvPr>
        </p:nvSpPr>
        <p:spPr>
          <a:xfrm>
            <a:off x="1413016" y="4263289"/>
            <a:ext cx="9578835" cy="8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Free Video Folder 3D Icon - Free Download Files &amp; Folders 3D Icons |  IconScout" id="118" name="Google Shape;11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5734" y="4263288"/>
            <a:ext cx="843200" cy="8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6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0" lvl="1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indent="0" lvl="2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indent="0" lvl="3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indent="0" lvl="4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indent="0" lvl="5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indent="0" lvl="6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indent="0" lvl="7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indent="0" lvl="8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Выводы">
  <p:cSld name="3 Выводы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7"/>
          <p:cNvSpPr txBox="1"/>
          <p:nvPr>
            <p:ph idx="1" type="body"/>
          </p:nvPr>
        </p:nvSpPr>
        <p:spPr>
          <a:xfrm>
            <a:off x="1413017" y="1546488"/>
            <a:ext cx="9578834" cy="8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37"/>
          <p:cNvSpPr txBox="1"/>
          <p:nvPr>
            <p:ph type="title"/>
          </p:nvPr>
        </p:nvSpPr>
        <p:spPr>
          <a:xfrm>
            <a:off x="425734" y="331259"/>
            <a:ext cx="8966622" cy="477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Free Video Folder 3D Icon - Free Download Files &amp; Folders 3D Icons |  IconScout" id="123" name="Google Shape;123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5734" y="1546487"/>
            <a:ext cx="843200" cy="8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37"/>
          <p:cNvSpPr txBox="1"/>
          <p:nvPr>
            <p:ph idx="2" type="body"/>
          </p:nvPr>
        </p:nvSpPr>
        <p:spPr>
          <a:xfrm>
            <a:off x="1413017" y="3131449"/>
            <a:ext cx="9578835" cy="8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Free Video Folder 3D Icon - Free Download Files &amp; Folders 3D Icons |  IconScout" id="125" name="Google Shape;12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5735" y="3131448"/>
            <a:ext cx="843200" cy="8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37"/>
          <p:cNvSpPr txBox="1"/>
          <p:nvPr>
            <p:ph idx="3" type="body"/>
          </p:nvPr>
        </p:nvSpPr>
        <p:spPr>
          <a:xfrm>
            <a:off x="1413017" y="4716409"/>
            <a:ext cx="9578835" cy="8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Free Video Folder 3D Icon - Free Download Files &amp; Folders 3D Icons |  IconScout" id="127" name="Google Shape;127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5735" y="4716408"/>
            <a:ext cx="843200" cy="8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37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0" lvl="1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indent="0" lvl="2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indent="0" lvl="3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indent="0" lvl="4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indent="0" lvl="5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indent="0" lvl="6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indent="0" lvl="7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indent="0" lvl="8" mar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5.xml"/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2335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title"/>
          </p:nvPr>
        </p:nvSpPr>
        <p:spPr>
          <a:xfrm>
            <a:off x="425734" y="331259"/>
            <a:ext cx="8966622" cy="477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 Black"/>
              <a:buNone/>
              <a:defRPr b="1" i="0" sz="2800" u="none" cap="none" strike="noStrike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2"/>
          <p:cNvSpPr txBox="1"/>
          <p:nvPr>
            <p:ph idx="1" type="body"/>
          </p:nvPr>
        </p:nvSpPr>
        <p:spPr>
          <a:xfrm>
            <a:off x="425734" y="1137003"/>
            <a:ext cx="11355843" cy="50358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2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grpSp>
        <p:nvGrpSpPr>
          <p:cNvPr id="13" name="Google Shape;13;p22"/>
          <p:cNvGrpSpPr/>
          <p:nvPr/>
        </p:nvGrpSpPr>
        <p:grpSpPr>
          <a:xfrm>
            <a:off x="9739747" y="136021"/>
            <a:ext cx="2278948" cy="604114"/>
            <a:chOff x="9739747" y="136021"/>
            <a:chExt cx="2278948" cy="604114"/>
          </a:xfrm>
        </p:grpSpPr>
        <p:grpSp>
          <p:nvGrpSpPr>
            <p:cNvPr id="14" name="Google Shape;14;p22"/>
            <p:cNvGrpSpPr/>
            <p:nvPr/>
          </p:nvGrpSpPr>
          <p:grpSpPr>
            <a:xfrm>
              <a:off x="9739747" y="136021"/>
              <a:ext cx="2278948" cy="604114"/>
              <a:chOff x="9044166" y="5486"/>
              <a:chExt cx="3002237" cy="798073"/>
            </a:xfrm>
          </p:grpSpPr>
          <p:pic>
            <p:nvPicPr>
              <p:cNvPr id="15" name="Google Shape;15;p22"/>
              <p:cNvPicPr preferRelativeResize="0"/>
              <p:nvPr/>
            </p:nvPicPr>
            <p:blipFill rotWithShape="1">
              <a:blip r:embed="rId1">
                <a:alphaModFix/>
              </a:blip>
              <a:srcRect b="0" l="0" r="0" t="0"/>
              <a:stretch/>
            </p:blipFill>
            <p:spPr>
              <a:xfrm>
                <a:off x="9044166" y="427236"/>
                <a:ext cx="1551406" cy="26160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" name="Google Shape;16;p22"/>
              <p:cNvPicPr preferRelativeResize="0"/>
              <p:nvPr/>
            </p:nvPicPr>
            <p:blipFill rotWithShape="1">
              <a:blip r:embed="rId2">
                <a:alphaModFix/>
              </a:blip>
              <a:srcRect b="-8858" l="0" r="0" t="-17300"/>
              <a:stretch/>
            </p:blipFill>
            <p:spPr>
              <a:xfrm>
                <a:off x="11144986" y="5486"/>
                <a:ext cx="901417" cy="79807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7" name="Google Shape;17;p22"/>
            <p:cNvSpPr/>
            <p:nvPr/>
          </p:nvSpPr>
          <p:spPr>
            <a:xfrm>
              <a:off x="11087205" y="492761"/>
              <a:ext cx="131975" cy="132080"/>
            </a:xfrm>
            <a:prstGeom prst="mathMultiply">
              <a:avLst>
                <a:gd fmla="val 0" name="adj1"/>
              </a:avLst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/>
          <p:nvPr>
            <p:ph type="title"/>
          </p:nvPr>
        </p:nvSpPr>
        <p:spPr>
          <a:xfrm>
            <a:off x="425734" y="331259"/>
            <a:ext cx="8966622" cy="477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 Black"/>
              <a:buNone/>
              <a:defRPr b="1" i="0" sz="28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24"/>
          <p:cNvSpPr txBox="1"/>
          <p:nvPr>
            <p:ph idx="1" type="body"/>
          </p:nvPr>
        </p:nvSpPr>
        <p:spPr>
          <a:xfrm>
            <a:off x="425734" y="1137003"/>
            <a:ext cx="11355843" cy="50358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grpSp>
        <p:nvGrpSpPr>
          <p:cNvPr id="54" name="Google Shape;54;p24"/>
          <p:cNvGrpSpPr/>
          <p:nvPr/>
        </p:nvGrpSpPr>
        <p:grpSpPr>
          <a:xfrm>
            <a:off x="9667009" y="136021"/>
            <a:ext cx="2351690" cy="604114"/>
            <a:chOff x="9667009" y="136021"/>
            <a:chExt cx="2351690" cy="604114"/>
          </a:xfrm>
        </p:grpSpPr>
        <p:sp>
          <p:nvSpPr>
            <p:cNvPr id="55" name="Google Shape;55;p24"/>
            <p:cNvSpPr/>
            <p:nvPr/>
          </p:nvSpPr>
          <p:spPr>
            <a:xfrm>
              <a:off x="11087205" y="492761"/>
              <a:ext cx="131975" cy="132080"/>
            </a:xfrm>
            <a:prstGeom prst="mathMultiply">
              <a:avLst>
                <a:gd fmla="val 0" name="adj1"/>
              </a:avLst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pic>
          <p:nvPicPr>
            <p:cNvPr id="56" name="Google Shape;56;p24"/>
            <p:cNvPicPr preferRelativeResize="0"/>
            <p:nvPr/>
          </p:nvPicPr>
          <p:blipFill rotWithShape="1">
            <a:blip r:embed="rId1">
              <a:alphaModFix/>
            </a:blip>
            <a:srcRect b="-8858" l="0" r="0" t="-17300"/>
            <a:stretch/>
          </p:blipFill>
          <p:spPr>
            <a:xfrm>
              <a:off x="11334448" y="136021"/>
              <a:ext cx="684251" cy="6041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24"/>
            <p:cNvPicPr preferRelativeResize="0"/>
            <p:nvPr/>
          </p:nvPicPr>
          <p:blipFill rotWithShape="1">
            <a:blip r:embed="rId2">
              <a:alphaModFix/>
            </a:blip>
            <a:srcRect b="7060" l="11025" r="12476" t="1"/>
            <a:stretch/>
          </p:blipFill>
          <p:spPr>
            <a:xfrm>
              <a:off x="9667009" y="405690"/>
              <a:ext cx="1309602" cy="25456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"/>
          <p:cNvSpPr txBox="1"/>
          <p:nvPr>
            <p:ph idx="1" type="body"/>
          </p:nvPr>
        </p:nvSpPr>
        <p:spPr>
          <a:xfrm>
            <a:off x="2437929" y="5527544"/>
            <a:ext cx="516785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CFD9"/>
              </a:buClr>
              <a:buSzPts val="1400"/>
              <a:buNone/>
            </a:pPr>
            <a:r>
              <a:rPr lang="ru-RU"/>
              <a:t>Бизнес-архитектор</a:t>
            </a:r>
            <a:endParaRPr/>
          </a:p>
        </p:txBody>
      </p:sp>
      <p:sp>
        <p:nvSpPr>
          <p:cNvPr id="135" name="Google Shape;135;p1"/>
          <p:cNvSpPr txBox="1"/>
          <p:nvPr>
            <p:ph idx="2" type="body"/>
          </p:nvPr>
        </p:nvSpPr>
        <p:spPr>
          <a:xfrm>
            <a:off x="2437929" y="5158993"/>
            <a:ext cx="5167854" cy="3522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CFD9"/>
              </a:buClr>
              <a:buSzPts val="2000"/>
              <a:buNone/>
            </a:pPr>
            <a:r>
              <a:rPr lang="ru-RU"/>
              <a:t>Дмитрий Коберник</a:t>
            </a:r>
            <a:endParaRPr/>
          </a:p>
        </p:txBody>
      </p:sp>
      <p:sp>
        <p:nvSpPr>
          <p:cNvPr id="136" name="Google Shape;136;p1"/>
          <p:cNvSpPr txBox="1"/>
          <p:nvPr>
            <p:ph idx="3" type="subTitle"/>
          </p:nvPr>
        </p:nvSpPr>
        <p:spPr>
          <a:xfrm>
            <a:off x="357154" y="1698141"/>
            <a:ext cx="7303997" cy="285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1D8"/>
              </a:buClr>
              <a:buSzPts val="1200"/>
              <a:buNone/>
            </a:pPr>
            <a:r>
              <a:rPr lang="ru-RU"/>
              <a:t>ПРАКТИКА 2.1</a:t>
            </a:r>
            <a:endParaRPr/>
          </a:p>
        </p:txBody>
      </p:sp>
      <p:sp>
        <p:nvSpPr>
          <p:cNvPr id="137" name="Google Shape;137;p1"/>
          <p:cNvSpPr txBox="1"/>
          <p:nvPr>
            <p:ph type="ctrTitle"/>
          </p:nvPr>
        </p:nvSpPr>
        <p:spPr>
          <a:xfrm>
            <a:off x="357155" y="2502917"/>
            <a:ext cx="5955964" cy="1924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Lato Black"/>
              <a:buNone/>
            </a:pPr>
            <a:r>
              <a:rPr b="1" lang="ru-RU"/>
              <a:t>Создание базовых справочников</a:t>
            </a:r>
            <a:endParaRPr/>
          </a:p>
        </p:txBody>
      </p:sp>
      <p:sp>
        <p:nvSpPr>
          <p:cNvPr id="138" name="Google Shape;138;p1"/>
          <p:cNvSpPr txBox="1"/>
          <p:nvPr>
            <p:ph idx="4" type="body"/>
          </p:nvPr>
        </p:nvSpPr>
        <p:spPr>
          <a:xfrm>
            <a:off x="2885004" y="6019599"/>
            <a:ext cx="206140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CFD9"/>
              </a:buClr>
              <a:buSzPct val="100000"/>
              <a:buNone/>
            </a:pPr>
            <a:r>
              <a:rPr lang="ru-RU"/>
              <a:t>DAKobernik@1cbit.ru</a:t>
            </a:r>
            <a:endParaRPr/>
          </a:p>
        </p:txBody>
      </p:sp>
      <p:pic>
        <p:nvPicPr>
          <p:cNvPr id="139" name="Google Shape;139;p1"/>
          <p:cNvPicPr preferRelativeResize="0"/>
          <p:nvPr>
            <p:ph idx="5" type="pic"/>
          </p:nvPr>
        </p:nvPicPr>
        <p:blipFill rotWithShape="1">
          <a:blip r:embed="rId3">
            <a:alphaModFix/>
          </a:blip>
          <a:srcRect b="0" l="875" r="875" t="0"/>
          <a:stretch/>
        </p:blipFill>
        <p:spPr>
          <a:xfrm>
            <a:off x="804740" y="4937916"/>
            <a:ext cx="1514474" cy="1540800"/>
          </a:xfrm>
          <a:prstGeom prst="ellipse">
            <a:avLst/>
          </a:prstGeom>
          <a:solidFill>
            <a:srgbClr val="D6DCE5"/>
          </a:solidFill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5" name="Google Shape;145;p2"/>
          <p:cNvCxnSpPr/>
          <p:nvPr/>
        </p:nvCxnSpPr>
        <p:spPr>
          <a:xfrm>
            <a:off x="48344" y="2014"/>
            <a:ext cx="2407473" cy="6855986"/>
          </a:xfrm>
          <a:prstGeom prst="straightConnector1">
            <a:avLst/>
          </a:prstGeom>
          <a:noFill/>
          <a:ln cap="flat" cmpd="sng" w="9525">
            <a:solidFill>
              <a:srgbClr val="122335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46" name="Google Shape;146;p2"/>
          <p:cNvCxnSpPr/>
          <p:nvPr/>
        </p:nvCxnSpPr>
        <p:spPr>
          <a:xfrm flipH="1">
            <a:off x="682787" y="7344"/>
            <a:ext cx="7047704" cy="6848642"/>
          </a:xfrm>
          <a:prstGeom prst="straightConnector1">
            <a:avLst/>
          </a:prstGeom>
          <a:noFill/>
          <a:ln cap="flat" cmpd="sng" w="9525">
            <a:solidFill>
              <a:srgbClr val="122335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47" name="Google Shape;147;p2"/>
          <p:cNvSpPr/>
          <p:nvPr/>
        </p:nvSpPr>
        <p:spPr>
          <a:xfrm>
            <a:off x="535858" y="1771028"/>
            <a:ext cx="6691660" cy="3803054"/>
          </a:xfrm>
          <a:prstGeom prst="rect">
            <a:avLst/>
          </a:prstGeom>
          <a:solidFill>
            <a:srgbClr val="122335"/>
          </a:solidFill>
          <a:ln>
            <a:noFill/>
          </a:ln>
          <a:effectLst>
            <a:outerShdw blurRad="635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"/>
          <p:cNvSpPr txBox="1"/>
          <p:nvPr/>
        </p:nvSpPr>
        <p:spPr>
          <a:xfrm>
            <a:off x="425733" y="316498"/>
            <a:ext cx="8883439" cy="506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-RU" sz="2800" u="none" cap="none" strike="noStrike">
                <a:solidFill>
                  <a:srgbClr val="000000"/>
                </a:solidFill>
                <a:latin typeface="Lato Black"/>
                <a:ea typeface="Lato Black"/>
                <a:cs typeface="Lato Black"/>
                <a:sym typeface="Lato Black"/>
              </a:rPr>
              <a:t>Цель занятия</a:t>
            </a:r>
            <a:endParaRPr/>
          </a:p>
        </p:txBody>
      </p:sp>
      <p:sp>
        <p:nvSpPr>
          <p:cNvPr id="149" name="Google Shape;149;p2"/>
          <p:cNvSpPr txBox="1"/>
          <p:nvPr/>
        </p:nvSpPr>
        <p:spPr>
          <a:xfrm>
            <a:off x="837697" y="2103138"/>
            <a:ext cx="5926357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ru-RU" sz="24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Формирование базовых справочников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35707" y="4722312"/>
            <a:ext cx="1885940" cy="1885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"/>
          <p:cNvSpPr txBox="1"/>
          <p:nvPr>
            <p:ph type="title"/>
          </p:nvPr>
        </p:nvSpPr>
        <p:spPr>
          <a:xfrm>
            <a:off x="425734" y="331259"/>
            <a:ext cx="6400951" cy="971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 Black"/>
              <a:buNone/>
            </a:pPr>
            <a:r>
              <a:rPr lang="ru-RU"/>
              <a:t>Инструменты и необходимые ресурсы для выполнения задания</a:t>
            </a:r>
            <a:endParaRPr/>
          </a:p>
        </p:txBody>
      </p:sp>
      <p:sp>
        <p:nvSpPr>
          <p:cNvPr id="156" name="Google Shape;156;p3"/>
          <p:cNvSpPr/>
          <p:nvPr/>
        </p:nvSpPr>
        <p:spPr>
          <a:xfrm>
            <a:off x="425733" y="1954544"/>
            <a:ext cx="10046025" cy="3757325"/>
          </a:xfrm>
          <a:prstGeom prst="roundRect">
            <a:avLst>
              <a:gd fmla="val 7128" name="adj"/>
            </a:avLst>
          </a:prstGeom>
          <a:solidFill>
            <a:srgbClr val="E6E9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pic>
        <p:nvPicPr>
          <p:cNvPr descr="Ii 3D Illustrations - Free Download in PNG, glTF" id="157" name="Google Shape;15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645" y="2105913"/>
            <a:ext cx="840109" cy="85022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3"/>
          <p:cNvSpPr txBox="1"/>
          <p:nvPr/>
        </p:nvSpPr>
        <p:spPr>
          <a:xfrm>
            <a:off x="1448754" y="2303469"/>
            <a:ext cx="8747432" cy="29546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Доступ к системе 1С: Предприятие с правами на работу в конфигураторе.  </a:t>
            </a:r>
            <a:endParaRPr/>
          </a:p>
          <a:p>
            <a:pPr indent="-285750" lvl="0" marL="28575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Руководство пользователя или справочная документация по 1С: Предприятие (при необходимости).  </a:t>
            </a:r>
            <a:endParaRPr/>
          </a:p>
          <a:p>
            <a:pPr indent="-285750" lvl="0" marL="28575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Рабочее место с установленным клиентом 1С: Предприятие или веб-доступом к системе.  </a:t>
            </a:r>
            <a:endParaRPr/>
          </a:p>
          <a:p>
            <a:pPr indent="-285750" lvl="0" marL="28575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ru-RU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Время для выполнения каждого этапа с возможностью проверить результаты.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"/>
          <p:cNvSpPr txBox="1"/>
          <p:nvPr>
            <p:ph type="title"/>
          </p:nvPr>
        </p:nvSpPr>
        <p:spPr>
          <a:xfrm>
            <a:off x="425734" y="331259"/>
            <a:ext cx="8515066" cy="477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 Black"/>
              <a:buNone/>
            </a:pPr>
            <a:r>
              <a:rPr lang="ru-RU"/>
              <a:t>Содержание</a:t>
            </a:r>
            <a:endParaRPr/>
          </a:p>
        </p:txBody>
      </p:sp>
      <p:sp>
        <p:nvSpPr>
          <p:cNvPr id="164" name="Google Shape;164;p4"/>
          <p:cNvSpPr txBox="1"/>
          <p:nvPr>
            <p:ph idx="1" type="body"/>
          </p:nvPr>
        </p:nvSpPr>
        <p:spPr>
          <a:xfrm>
            <a:off x="425735" y="1137003"/>
            <a:ext cx="7991755" cy="50358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ru-RU"/>
              <a:t>Ввод и просмотр  информации об организации.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ru-RU"/>
              <a:t>Создание рабочих центров.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ru-RU"/>
              <a:t>Создание складов.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ru-RU"/>
              <a:t>Создание номенклатуры.</a:t>
            </a:r>
            <a:endParaRPr/>
          </a:p>
        </p:txBody>
      </p:sp>
      <p:sp>
        <p:nvSpPr>
          <p:cNvPr id="165" name="Google Shape;165;p4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768c10acc_0_90"/>
          <p:cNvSpPr txBox="1"/>
          <p:nvPr>
            <p:ph type="title"/>
          </p:nvPr>
        </p:nvSpPr>
        <p:spPr>
          <a:xfrm>
            <a:off x="425734" y="331259"/>
            <a:ext cx="8966700" cy="62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 Black"/>
              <a:buNone/>
            </a:pPr>
            <a:r>
              <a:rPr lang="ru-RU"/>
              <a:t>Пример для реализации</a:t>
            </a:r>
            <a:endParaRPr/>
          </a:p>
        </p:txBody>
      </p:sp>
      <p:sp>
        <p:nvSpPr>
          <p:cNvPr id="171" name="Google Shape;171;g3f768c10acc_0_90"/>
          <p:cNvSpPr txBox="1"/>
          <p:nvPr>
            <p:ph idx="12" type="sldNum"/>
          </p:nvPr>
        </p:nvSpPr>
        <p:spPr>
          <a:xfrm>
            <a:off x="10374489" y="6356350"/>
            <a:ext cx="161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72" name="Google Shape;172;g3f768c10acc_0_90"/>
          <p:cNvSpPr txBox="1"/>
          <p:nvPr>
            <p:ph idx="1" type="body"/>
          </p:nvPr>
        </p:nvSpPr>
        <p:spPr>
          <a:xfrm>
            <a:off x="425450" y="1253600"/>
            <a:ext cx="4479900" cy="30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/>
              <a:t>Организация - существующая (Металл-сервис)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/>
              <a:t>Подразделения - создаем новые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/>
              <a:t>Склады - создаем новые</a:t>
            </a:r>
            <a:br>
              <a:rPr lang="ru-RU"/>
            </a:br>
            <a:r>
              <a:rPr lang="ru-RU"/>
              <a:t>Виды рабочих центров и рабочие центры - создаем новые</a:t>
            </a:r>
            <a:endParaRPr/>
          </a:p>
        </p:txBody>
      </p:sp>
      <p:pic>
        <p:nvPicPr>
          <p:cNvPr id="173" name="Google Shape;173;g3f768c10acc_0_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9475" y="2044825"/>
            <a:ext cx="6820901" cy="4185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"/>
          <p:cNvSpPr txBox="1"/>
          <p:nvPr>
            <p:ph idx="2" type="body"/>
          </p:nvPr>
        </p:nvSpPr>
        <p:spPr>
          <a:xfrm>
            <a:off x="803265" y="1237802"/>
            <a:ext cx="536516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ru-RU"/>
              <a:t>ЗАДАНИЕ 1.</a:t>
            </a:r>
            <a:endParaRPr/>
          </a:p>
        </p:txBody>
      </p:sp>
      <p:sp>
        <p:nvSpPr>
          <p:cNvPr id="179" name="Google Shape;179;p5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0" name="Google Shape;180;p5"/>
          <p:cNvSpPr txBox="1"/>
          <p:nvPr>
            <p:ph type="title"/>
          </p:nvPr>
        </p:nvSpPr>
        <p:spPr>
          <a:xfrm>
            <a:off x="803266" y="2446046"/>
            <a:ext cx="5865547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ato Black"/>
              <a:buNone/>
            </a:pPr>
            <a:r>
              <a:rPr lang="ru-RU"/>
              <a:t>Ввод/просмотр информации об организации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"/>
          <p:cNvSpPr txBox="1"/>
          <p:nvPr>
            <p:ph idx="1" type="body"/>
          </p:nvPr>
        </p:nvSpPr>
        <p:spPr>
          <a:xfrm>
            <a:off x="425450" y="1136324"/>
            <a:ext cx="8966700" cy="15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/>
              <a:t>Перейти</a:t>
            </a:r>
            <a:r>
              <a:rPr lang="ru-RU"/>
              <a:t>: </a:t>
            </a:r>
            <a:r>
              <a:rPr lang="ru-RU"/>
              <a:t>НСИ и Администрирование - НСИ - Организации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/>
              <a:t>Просмотреть данные об организации.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/>
              <a:t>Убедиться, что выбранная организация есть и действует.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/>
              <a:t>Рекомендации: </a:t>
            </a:r>
            <a:r>
              <a:rPr lang="ru-RU"/>
              <a:t>воспользоваться</a:t>
            </a:r>
            <a:r>
              <a:rPr lang="ru-RU"/>
              <a:t> существующей организацией “Металл-сервис”</a:t>
            </a:r>
            <a:endParaRPr/>
          </a:p>
        </p:txBody>
      </p:sp>
      <p:sp>
        <p:nvSpPr>
          <p:cNvPr id="186" name="Google Shape;186;p6"/>
          <p:cNvSpPr txBox="1"/>
          <p:nvPr>
            <p:ph type="title"/>
          </p:nvPr>
        </p:nvSpPr>
        <p:spPr>
          <a:xfrm>
            <a:off x="425496" y="437109"/>
            <a:ext cx="89667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 Black"/>
              <a:buNone/>
            </a:pPr>
            <a:r>
              <a:rPr lang="ru-RU"/>
              <a:t>Просмотр данных об организации</a:t>
            </a:r>
            <a:endParaRPr/>
          </a:p>
        </p:txBody>
      </p:sp>
      <p:sp>
        <p:nvSpPr>
          <p:cNvPr id="187" name="Google Shape;187;p6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768c10acc_0_176"/>
          <p:cNvSpPr txBox="1"/>
          <p:nvPr>
            <p:ph idx="1" type="body"/>
          </p:nvPr>
        </p:nvSpPr>
        <p:spPr>
          <a:xfrm>
            <a:off x="425450" y="1136324"/>
            <a:ext cx="8966700" cy="50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/>
              <a:t>Перейти: </a:t>
            </a:r>
            <a:r>
              <a:rPr lang="ru-RU"/>
              <a:t>НСИ и Администрирование - НСИ - Структура предприятия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/>
              <a:t>Убедиться, что структура напрямую не связана с организацией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/>
              <a:t>Под </a:t>
            </a:r>
            <a:r>
              <a:rPr lang="ru-RU"/>
              <a:t>Производственным</a:t>
            </a:r>
            <a:r>
              <a:rPr lang="ru-RU"/>
              <a:t> направлением: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-RU"/>
              <a:t>Создать Папку Производство велосипедов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-RU"/>
              <a:t>Создать </a:t>
            </a:r>
            <a:r>
              <a:rPr lang="ru-RU"/>
              <a:t>ВелоДиспетчерскую</a:t>
            </a:r>
            <a:r>
              <a:rPr lang="ru-RU"/>
              <a:t>: производственное подразделение, диспетчирование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-RU"/>
              <a:t>Создать:  Участок Бортировки, Участок сборки, Участок покраски, Участок контроля. Это производственные участки.</a:t>
            </a:r>
            <a:endParaRPr/>
          </a:p>
        </p:txBody>
      </p:sp>
      <p:sp>
        <p:nvSpPr>
          <p:cNvPr id="193" name="Google Shape;193;g3f768c10acc_0_176"/>
          <p:cNvSpPr txBox="1"/>
          <p:nvPr>
            <p:ph type="title"/>
          </p:nvPr>
        </p:nvSpPr>
        <p:spPr>
          <a:xfrm>
            <a:off x="425734" y="331259"/>
            <a:ext cx="89667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 Black"/>
              <a:buNone/>
            </a:pPr>
            <a:r>
              <a:rPr lang="ru-RU"/>
              <a:t>Изменение структуры предприятия </a:t>
            </a:r>
            <a:endParaRPr/>
          </a:p>
        </p:txBody>
      </p:sp>
      <p:sp>
        <p:nvSpPr>
          <p:cNvPr id="194" name="Google Shape;194;g3f768c10acc_0_176"/>
          <p:cNvSpPr txBox="1"/>
          <p:nvPr>
            <p:ph idx="12" type="sldNum"/>
          </p:nvPr>
        </p:nvSpPr>
        <p:spPr>
          <a:xfrm>
            <a:off x="10374489" y="6356350"/>
            <a:ext cx="161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"/>
          <p:cNvSpPr txBox="1"/>
          <p:nvPr>
            <p:ph idx="2" type="body"/>
          </p:nvPr>
        </p:nvSpPr>
        <p:spPr>
          <a:xfrm>
            <a:off x="803265" y="1237802"/>
            <a:ext cx="536516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ru-RU"/>
              <a:t>ЗАДАНИЕ 2.</a:t>
            </a:r>
            <a:endParaRPr/>
          </a:p>
        </p:txBody>
      </p:sp>
      <p:sp>
        <p:nvSpPr>
          <p:cNvPr id="200" name="Google Shape;200;p8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01" name="Google Shape;201;p8"/>
          <p:cNvSpPr txBox="1"/>
          <p:nvPr>
            <p:ph type="title"/>
          </p:nvPr>
        </p:nvSpPr>
        <p:spPr>
          <a:xfrm>
            <a:off x="803267" y="2446046"/>
            <a:ext cx="525145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ato Black"/>
              <a:buNone/>
            </a:pPr>
            <a:r>
              <a:rPr lang="ru-RU"/>
              <a:t>Рабочие центры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"/>
          <p:cNvSpPr txBox="1"/>
          <p:nvPr>
            <p:ph idx="1" type="body"/>
          </p:nvPr>
        </p:nvSpPr>
        <p:spPr>
          <a:xfrm>
            <a:off x="425450" y="1136324"/>
            <a:ext cx="8966622" cy="50358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/>
              <a:t>Перейти: </a:t>
            </a:r>
            <a:r>
              <a:rPr lang="ru-RU"/>
              <a:t>Производство - НСИ - Рабочие центры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/>
              <a:t>Создать папку: Производство Велосипедов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/>
              <a:t>Создать виды рабочих центров: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-RU"/>
              <a:t>Шиномонтажные станки (нет деления по РЦ)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-RU"/>
              <a:t>Держатели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-RU"/>
              <a:t>Камеры сушки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-RU"/>
              <a:t>Камеры покраски</a:t>
            </a:r>
            <a:endParaRPr/>
          </a:p>
        </p:txBody>
      </p:sp>
      <p:sp>
        <p:nvSpPr>
          <p:cNvPr id="207" name="Google Shape;207;p9"/>
          <p:cNvSpPr txBox="1"/>
          <p:nvPr>
            <p:ph type="title"/>
          </p:nvPr>
        </p:nvSpPr>
        <p:spPr>
          <a:xfrm>
            <a:off x="425734" y="331259"/>
            <a:ext cx="8966622" cy="5580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 Black"/>
              <a:buNone/>
            </a:pPr>
            <a:r>
              <a:rPr lang="ru-RU"/>
              <a:t>Создание видов рабочих центров</a:t>
            </a:r>
            <a:endParaRPr/>
          </a:p>
        </p:txBody>
      </p:sp>
      <p:sp>
        <p:nvSpPr>
          <p:cNvPr id="208" name="Google Shape;208;p9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768c10acc_0_182"/>
          <p:cNvSpPr txBox="1"/>
          <p:nvPr>
            <p:ph idx="1" type="body"/>
          </p:nvPr>
        </p:nvSpPr>
        <p:spPr>
          <a:xfrm>
            <a:off x="425450" y="1136324"/>
            <a:ext cx="8966700" cy="50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/>
              <a:t>Перейти: Производство - НСИ - Рабочие центры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/>
              <a:t>Создать РЦ под видами РЦ: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-RU"/>
              <a:t>Шиномонтажные станки (нет деления по РЦ)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-RU"/>
              <a:t>не создавать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-RU"/>
              <a:t>Держатели: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Держатель 1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Держатель 2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-RU"/>
              <a:t>Камеры сушки: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Камера сушкц 1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-RU"/>
              <a:t>Камеры покраски: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Камера покраски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Привязать РЦ к соответствующим подразделениям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Убедиться в доступности рабочих центров.</a:t>
            </a:r>
            <a:endParaRPr/>
          </a:p>
        </p:txBody>
      </p:sp>
      <p:sp>
        <p:nvSpPr>
          <p:cNvPr id="214" name="Google Shape;214;g3f768c10acc_0_182"/>
          <p:cNvSpPr txBox="1"/>
          <p:nvPr>
            <p:ph type="title"/>
          </p:nvPr>
        </p:nvSpPr>
        <p:spPr>
          <a:xfrm>
            <a:off x="425734" y="331259"/>
            <a:ext cx="89667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 Black"/>
              <a:buNone/>
            </a:pPr>
            <a:r>
              <a:rPr lang="ru-RU"/>
              <a:t>Создание рабочих центров</a:t>
            </a:r>
            <a:endParaRPr/>
          </a:p>
        </p:txBody>
      </p:sp>
      <p:sp>
        <p:nvSpPr>
          <p:cNvPr id="215" name="Google Shape;215;g3f768c10acc_0_182"/>
          <p:cNvSpPr txBox="1"/>
          <p:nvPr>
            <p:ph idx="12" type="sldNum"/>
          </p:nvPr>
        </p:nvSpPr>
        <p:spPr>
          <a:xfrm>
            <a:off x="10374489" y="6356350"/>
            <a:ext cx="161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768c10acc_0_188"/>
          <p:cNvSpPr txBox="1"/>
          <p:nvPr>
            <p:ph idx="2" type="body"/>
          </p:nvPr>
        </p:nvSpPr>
        <p:spPr>
          <a:xfrm>
            <a:off x="803265" y="1237802"/>
            <a:ext cx="5365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ru-RU"/>
              <a:t>ЗАДАНИЕ 3.</a:t>
            </a:r>
            <a:endParaRPr/>
          </a:p>
        </p:txBody>
      </p:sp>
      <p:sp>
        <p:nvSpPr>
          <p:cNvPr id="221" name="Google Shape;221;g3f768c10acc_0_188"/>
          <p:cNvSpPr txBox="1"/>
          <p:nvPr>
            <p:ph idx="12" type="sldNum"/>
          </p:nvPr>
        </p:nvSpPr>
        <p:spPr>
          <a:xfrm>
            <a:off x="10374489" y="6356350"/>
            <a:ext cx="161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22" name="Google Shape;222;g3f768c10acc_0_188"/>
          <p:cNvSpPr txBox="1"/>
          <p:nvPr>
            <p:ph type="title"/>
          </p:nvPr>
        </p:nvSpPr>
        <p:spPr>
          <a:xfrm>
            <a:off x="803267" y="2446046"/>
            <a:ext cx="52515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ato Black"/>
              <a:buNone/>
            </a:pPr>
            <a:r>
              <a:rPr lang="ru-RU"/>
              <a:t>Склады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768c10acc_0_194"/>
          <p:cNvSpPr txBox="1"/>
          <p:nvPr>
            <p:ph idx="1" type="body"/>
          </p:nvPr>
        </p:nvSpPr>
        <p:spPr>
          <a:xfrm>
            <a:off x="425450" y="1136324"/>
            <a:ext cx="8966700" cy="50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/>
              <a:t>Администрирование - НСИ - Склады и магазины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/>
              <a:t>Создать Склады в Производственных складах: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-RU"/>
              <a:t>Склад велозапчастей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-RU"/>
              <a:t>Склад готовых велосипедов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Склады без структуры, без ордерной схемы</a:t>
            </a:r>
            <a:endParaRPr/>
          </a:p>
        </p:txBody>
      </p:sp>
      <p:sp>
        <p:nvSpPr>
          <p:cNvPr id="228" name="Google Shape;228;g3f768c10acc_0_194"/>
          <p:cNvSpPr txBox="1"/>
          <p:nvPr>
            <p:ph type="title"/>
          </p:nvPr>
        </p:nvSpPr>
        <p:spPr>
          <a:xfrm>
            <a:off x="425734" y="331259"/>
            <a:ext cx="89667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 Black"/>
              <a:buNone/>
            </a:pPr>
            <a:r>
              <a:rPr lang="ru-RU"/>
              <a:t>Создание складов</a:t>
            </a:r>
            <a:endParaRPr/>
          </a:p>
        </p:txBody>
      </p:sp>
      <p:sp>
        <p:nvSpPr>
          <p:cNvPr id="229" name="Google Shape;229;g3f768c10acc_0_194"/>
          <p:cNvSpPr txBox="1"/>
          <p:nvPr>
            <p:ph idx="12" type="sldNum"/>
          </p:nvPr>
        </p:nvSpPr>
        <p:spPr>
          <a:xfrm>
            <a:off x="10374489" y="6356350"/>
            <a:ext cx="161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"/>
          <p:cNvSpPr txBox="1"/>
          <p:nvPr>
            <p:ph idx="2" type="body"/>
          </p:nvPr>
        </p:nvSpPr>
        <p:spPr>
          <a:xfrm>
            <a:off x="803265" y="1237802"/>
            <a:ext cx="536516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ru-RU"/>
              <a:t>ЗАДАНИЕ 3.</a:t>
            </a:r>
            <a:endParaRPr/>
          </a:p>
        </p:txBody>
      </p:sp>
      <p:sp>
        <p:nvSpPr>
          <p:cNvPr id="235" name="Google Shape;235;p11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36" name="Google Shape;236;p11"/>
          <p:cNvSpPr txBox="1"/>
          <p:nvPr>
            <p:ph type="title"/>
          </p:nvPr>
        </p:nvSpPr>
        <p:spPr>
          <a:xfrm>
            <a:off x="803266" y="2446044"/>
            <a:ext cx="7867768" cy="31741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ato Black"/>
              <a:buNone/>
            </a:pPr>
            <a:r>
              <a:rPr lang="ru-RU"/>
              <a:t>Создание номенклатуры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"/>
          <p:cNvSpPr txBox="1"/>
          <p:nvPr>
            <p:ph idx="1" type="body"/>
          </p:nvPr>
        </p:nvSpPr>
        <p:spPr>
          <a:xfrm>
            <a:off x="425450" y="1136324"/>
            <a:ext cx="8966622" cy="50358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/>
              <a:t>Переходим: </a:t>
            </a:r>
            <a:r>
              <a:rPr lang="ru-RU"/>
              <a:t>НСИ и администрирование - НСИ - Номенклатура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/>
              <a:t>Создать новый вид номенклатуры: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-RU"/>
              <a:t>Велосипедная номенклатура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Тип: Товар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Без характеристик, отслеживания и т.п.</a:t>
            </a:r>
            <a:endParaRPr/>
          </a:p>
        </p:txBody>
      </p:sp>
      <p:sp>
        <p:nvSpPr>
          <p:cNvPr id="242" name="Google Shape;242;p12"/>
          <p:cNvSpPr txBox="1"/>
          <p:nvPr>
            <p:ph type="title"/>
          </p:nvPr>
        </p:nvSpPr>
        <p:spPr>
          <a:xfrm>
            <a:off x="425734" y="331259"/>
            <a:ext cx="8966622" cy="5580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 Black"/>
              <a:buNone/>
            </a:pPr>
            <a:r>
              <a:rPr lang="ru-RU"/>
              <a:t>Создание вида номенклатуры</a:t>
            </a:r>
            <a:endParaRPr/>
          </a:p>
        </p:txBody>
      </p:sp>
      <p:sp>
        <p:nvSpPr>
          <p:cNvPr id="243" name="Google Shape;243;p12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3"/>
          <p:cNvSpPr txBox="1"/>
          <p:nvPr>
            <p:ph idx="1" type="body"/>
          </p:nvPr>
        </p:nvSpPr>
        <p:spPr>
          <a:xfrm>
            <a:off x="425450" y="1136324"/>
            <a:ext cx="8966622" cy="50358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/>
              <a:t>Перейдите</a:t>
            </a:r>
            <a:r>
              <a:rPr lang="ru-RU"/>
              <a:t>: </a:t>
            </a:r>
            <a:r>
              <a:rPr lang="ru-RU"/>
              <a:t>НСИ и администрирование - НСИ - Номенклатура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/>
              <a:t>В </a:t>
            </a:r>
            <a:r>
              <a:rPr lang="ru-RU"/>
              <a:t>созданном</a:t>
            </a:r>
            <a:r>
              <a:rPr lang="ru-RU"/>
              <a:t> виде номенклатуры </a:t>
            </a:r>
            <a:r>
              <a:rPr lang="ru-RU"/>
              <a:t>создайте</a:t>
            </a:r>
            <a:r>
              <a:rPr lang="ru-RU"/>
              <a:t> позиции: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-RU"/>
              <a:t>Шина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-RU"/>
              <a:t>Обод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-RU"/>
              <a:t>Колесо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-RU"/>
              <a:t>Рама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-RU"/>
              <a:t>Рама (</a:t>
            </a:r>
            <a:r>
              <a:rPr lang="ru-RU"/>
              <a:t>окрашенная</a:t>
            </a:r>
            <a:r>
              <a:rPr lang="ru-RU"/>
              <a:t>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-RU"/>
              <a:t>Рама покупная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-RU"/>
              <a:t>Велосипед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/>
              <a:t>Единица измерение - шт.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-RU"/>
              <a:t>Без особенностей учета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49" name="Google Shape;249;p13"/>
          <p:cNvSpPr txBox="1"/>
          <p:nvPr>
            <p:ph type="title"/>
          </p:nvPr>
        </p:nvSpPr>
        <p:spPr>
          <a:xfrm>
            <a:off x="425734" y="331259"/>
            <a:ext cx="8966622" cy="5580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 Black"/>
              <a:buNone/>
            </a:pPr>
            <a:r>
              <a:rPr lang="ru-RU"/>
              <a:t>Создание номенклатуры</a:t>
            </a:r>
            <a:endParaRPr/>
          </a:p>
        </p:txBody>
      </p:sp>
      <p:sp>
        <p:nvSpPr>
          <p:cNvPr id="250" name="Google Shape;250;p13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1"/>
          <p:cNvSpPr txBox="1"/>
          <p:nvPr>
            <p:ph idx="1" type="body"/>
          </p:nvPr>
        </p:nvSpPr>
        <p:spPr>
          <a:xfrm>
            <a:off x="1413017" y="1289313"/>
            <a:ext cx="9578834" cy="8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/>
              <a:t>Разобрались с организационной структурой в 1С: ERP.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/>
              <a:t>Научились просматривать информацию об организации.</a:t>
            </a:r>
            <a:endParaRPr/>
          </a:p>
        </p:txBody>
      </p:sp>
      <p:sp>
        <p:nvSpPr>
          <p:cNvPr id="261" name="Google Shape;261;p21"/>
          <p:cNvSpPr txBox="1"/>
          <p:nvPr>
            <p:ph type="title"/>
          </p:nvPr>
        </p:nvSpPr>
        <p:spPr>
          <a:xfrm>
            <a:off x="425734" y="331259"/>
            <a:ext cx="8966622" cy="5831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 Black"/>
              <a:buNone/>
            </a:pPr>
            <a:r>
              <a:rPr lang="ru-RU"/>
              <a:t>Выводы по теме</a:t>
            </a:r>
            <a:endParaRPr/>
          </a:p>
        </p:txBody>
      </p:sp>
      <p:sp>
        <p:nvSpPr>
          <p:cNvPr id="262" name="Google Shape;262;p21"/>
          <p:cNvSpPr txBox="1"/>
          <p:nvPr>
            <p:ph idx="2" type="body"/>
          </p:nvPr>
        </p:nvSpPr>
        <p:spPr>
          <a:xfrm>
            <a:off x="1413016" y="2603988"/>
            <a:ext cx="9578835" cy="8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/>
              <a:t>Изучили понятие рабочего центра </a:t>
            </a:r>
            <a:r>
              <a:rPr lang="ru-RU"/>
              <a:t>в 1С: ERP</a:t>
            </a:r>
            <a:r>
              <a:rPr lang="ru-RU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/>
              <a:t>Научились создавать рабочие </a:t>
            </a:r>
            <a:r>
              <a:rPr lang="ru-RU"/>
              <a:t>центры</a:t>
            </a:r>
            <a:r>
              <a:rPr lang="ru-RU"/>
              <a:t>.</a:t>
            </a:r>
            <a:endParaRPr/>
          </a:p>
        </p:txBody>
      </p:sp>
      <p:sp>
        <p:nvSpPr>
          <p:cNvPr id="263" name="Google Shape;263;p21"/>
          <p:cNvSpPr txBox="1"/>
          <p:nvPr>
            <p:ph idx="3" type="body"/>
          </p:nvPr>
        </p:nvSpPr>
        <p:spPr>
          <a:xfrm>
            <a:off x="1413016" y="3918663"/>
            <a:ext cx="9578835" cy="8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/>
              <a:t>Изучили понятие склада в 1С: ERP.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/>
              <a:t>Научились создавать склады.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  <p:sp>
        <p:nvSpPr>
          <p:cNvPr id="264" name="Google Shape;264;p21"/>
          <p:cNvSpPr txBox="1"/>
          <p:nvPr>
            <p:ph idx="4" type="body"/>
          </p:nvPr>
        </p:nvSpPr>
        <p:spPr>
          <a:xfrm>
            <a:off x="1413016" y="5233338"/>
            <a:ext cx="9578835" cy="8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/>
              <a:t>Изучили понятие номенклатуры в 1С: ERP.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/>
              <a:t>Научились создавать номенклатуру.</a:t>
            </a:r>
            <a:endParaRPr/>
          </a:p>
        </p:txBody>
      </p:sp>
      <p:sp>
        <p:nvSpPr>
          <p:cNvPr id="265" name="Google Shape;265;p21"/>
          <p:cNvSpPr txBox="1"/>
          <p:nvPr>
            <p:ph idx="12" type="sldNum"/>
          </p:nvPr>
        </p:nvSpPr>
        <p:spPr>
          <a:xfrm>
            <a:off x="10374489" y="6356350"/>
            <a:ext cx="1614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Светлые слайды">
  <a:themeElements>
    <a:clrScheme name="ПБ">
      <a:dk1>
        <a:srgbClr val="000000"/>
      </a:dk1>
      <a:lt1>
        <a:srgbClr val="FFFFFF"/>
      </a:lt1>
      <a:dk2>
        <a:srgbClr val="122335"/>
      </a:dk2>
      <a:lt2>
        <a:srgbClr val="D6DCE5"/>
      </a:lt2>
      <a:accent1>
        <a:srgbClr val="E3006F"/>
      </a:accent1>
      <a:accent2>
        <a:srgbClr val="E6E9EE"/>
      </a:accent2>
      <a:accent3>
        <a:srgbClr val="DEBD44"/>
      </a:accent3>
      <a:accent4>
        <a:srgbClr val="E93FA8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ные слайды">
  <a:themeElements>
    <a:clrScheme name="ПБ">
      <a:dk1>
        <a:srgbClr val="000000"/>
      </a:dk1>
      <a:lt1>
        <a:srgbClr val="FFFFFF"/>
      </a:lt1>
      <a:dk2>
        <a:srgbClr val="122335"/>
      </a:dk2>
      <a:lt2>
        <a:srgbClr val="D6DCE5"/>
      </a:lt2>
      <a:accent1>
        <a:srgbClr val="E3006F"/>
      </a:accent1>
      <a:accent2>
        <a:srgbClr val="E6E9EE"/>
      </a:accent2>
      <a:accent3>
        <a:srgbClr val="DEBD44"/>
      </a:accent3>
      <a:accent4>
        <a:srgbClr val="E93FA8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2018-02-15T12:13:41Z</dcterms:created>
  <dc:creator>LDDX</dc:creator>
</cp:coreProperties>
</file>